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4. Свой скилл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Упакуйте свою повторяющуюся задачу — и ИИ будет делать её по-вашему каждый раз.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Скилл — это простой 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Никакого кода. Структурированный текст на человеческом языке.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Когда применять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в каких
ситуациях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ваша
методика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Правила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чего
нельзя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DoD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 понять,
что хорошо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Черновик можно надиктовать ИИ и поправить — но методика и правила должны быть ВАШИ, иначе скилл будет пустым.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Хороший свой скилл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ТАК НАДО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«Когда применять» — конкретные ситуации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Шаги по делу (что именно сделать)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2–3 правила из вашего опыта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DoD — проверяемый признак готовности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ТАК НЕ НАДО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«Применять всегда» — непонятно когда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Шаги-вода («сделать хорошо»)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Без правил — ИИ наошибается, как новичок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DoD — не понять, готово 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составить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237744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Черновик скилла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1058875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"помоги оформить скилл для процесса &lt;название&gt;: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когда применять, 3-6 шагов, 2-3 правила, definition of done.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задай мне вопросы по моей методике, потом собери SKILL.md"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затем правишь под себя и проверяешь на реальном кейсе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составить свой скилл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0515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Geist"/>
              </a:rPr>
              <a:t>Скилл на 1 свой рабочий процесс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Структура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когда применять · 3–6 шагов · 2–3 правила · DoD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Пример процесса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бриф на дизайн · оценка кандидата · протокол встречи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Проверка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применить скилл к реальному случаю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