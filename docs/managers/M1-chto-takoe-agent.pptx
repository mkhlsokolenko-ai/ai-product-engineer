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1. Что такое ИИ-агент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И зачем он менеджеру. Без кода — учимся пользоваться и понимать, что под капотом.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LLM и агент — в чём разница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Две сущности, которые часто путают.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297680"/>
                <a:gridCol w="441655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8A5"/>
                          </a:solidFill>
                          <a:latin typeface="JetBrains Mono"/>
                        </a:rPr>
                        <a:t>LLM (модель)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Агент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Как работает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спросил → ответила (1 раз)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в цикле: сам делает шаги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Инструменты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поиск, файлы, отправка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Аналогия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начитанный стажёр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стажёр с задачей и доступами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ИИ — усилитель, не автопилот. Помогает с черновиками, разбором данных, ресёрчем, рутиной; не заменяет решения, ответственность и проверку фактов.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Где помогает, где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ОТДАТЬ ИИ МОЖНО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Черновики писем и документов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Разбор и суммаризация данных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Подготовка к встрече, ресёрч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Генерация вариантов, рутина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НЕ ОТДАВАТЬ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Финальные решения и ответственность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Факты и цифры без проверки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Отношения с людьми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То, где цена ошибки высока и нет проверки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Главный принцип курса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91672" cy="14630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B8CFF"/>
                </a:solidFill>
                <a:latin typeface="Geist"/>
              </a:rPr>
              <a:t>Уверенность ИИ ≠ правота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Модель говорит одинаково уверенно и когда права, и когда ошибается. Проверять — ваша работа.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Практика: первый запрос в чате/ape — реальная мелкая задача + посмотреть стоимость (у ИИ есть цена).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Домашнее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3 задачи для ИИ — </a:t>
            </a:r>
            <a:r>
              <a:rPr sz="1300" b="0">
                <a:solidFill>
                  <a:srgbClr val="8B98A5"/>
                </a:solidFill>
                <a:latin typeface="Geist"/>
              </a:rPr>
              <a:t>из своей рабочей недели — что можно отдать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1 задача-исключение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которую отдавать НЕ стоит, и почему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Первый запрос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сделать в чате/ape, посмотреть ответ и токены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