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88920"/>
            <a:ext cx="109728" cy="1554480"/>
          </a:xfrm>
          <a:prstGeom prst="round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  <a:latin typeface="JetBrains Mono"/>
              </a:rPr>
              <a:t>AI ДЛЯ МЕНЕДЖЕРОВ · ОБЗОРНЫЙ КУРС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6EDF3"/>
                </a:solidFill>
                <a:latin typeface="Geist"/>
              </a:rPr>
              <a:t>Модуль 3. Скиллы: готовые методики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343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B98A5"/>
                </a:solidFill>
                <a:latin typeface="Geist"/>
              </a:rPr>
              <a:t>Скилл — упакованный чек-лист эксперта, который включается по команде.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126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126480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975"/>
                </a:solidFill>
                <a:latin typeface="JetBrains Mono"/>
              </a:rPr>
              <a:t>M3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Что такое скилл и зачем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Скилл = методика — </a:t>
            </a:r>
            <a:r>
              <a:rPr sz="1300" b="0">
                <a:solidFill>
                  <a:srgbClr val="8B98A5"/>
                </a:solidFill>
                <a:latin typeface="Geist"/>
              </a:rPr>
              <a:t>набор правил и шагов, которые ИИ применяет к вашей задаче</a:t>
            </a:r>
          </a:p>
          <a:p>
            <a:pPr>
              <a:spcAft>
                <a:spcPts val="1300"/>
              </a:spcAft>
            </a:pPr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Не надо объяснять каждый раз — </a:t>
            </a:r>
            <a:r>
              <a:rPr sz="1300" b="0">
                <a:solidFill>
                  <a:srgbClr val="8B98A5"/>
                </a:solidFill>
                <a:latin typeface="Geist"/>
              </a:rPr>
              <a:t>скилл уже знает, «как правильно»</a:t>
            </a:r>
          </a:p>
          <a:p>
            <a:pPr>
              <a:spcAft>
                <a:spcPts val="1300"/>
              </a:spcAft>
            </a:pPr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Примеры — </a:t>
            </a:r>
            <a:r>
              <a:rPr sz="1300" b="0">
                <a:solidFill>
                  <a:srgbClr val="8B98A5"/>
                </a:solidFill>
                <a:latin typeface="Geist"/>
              </a:rPr>
              <a:t>icp-interviewer (интервью с клиентом), email-draft (деловое письмо), devils-advocate (критика идеи)</a:t>
            </a:r>
          </a:p>
          <a:p>
            <a:pPr>
              <a:spcAft>
                <a:spcPts val="1300"/>
              </a:spcAft>
            </a:pPr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Эффект — </a:t>
            </a:r>
            <a:r>
              <a:rPr sz="1300" b="0">
                <a:solidFill>
                  <a:srgbClr val="8B98A5"/>
                </a:solidFill>
                <a:latin typeface="Geist"/>
              </a:rPr>
              <a:t>ответ становится структурнее и «по методике», а не наугад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Как подключить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94960" cy="2743200"/>
          </a:xfrm>
          <a:prstGeom prst="roundRect">
            <a:avLst/>
          </a:prstGeom>
          <a:solidFill>
            <a:srgbClr val="0E141C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1945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В 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615184"/>
            <a:ext cx="4892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6EDF3"/>
                </a:solidFill>
                <a:latin typeface="JetBrains Mono"/>
              </a:rPr>
              <a:t>/skills            # меню скиллов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  icp-interviewer: Y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  email-draft: Y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/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5C6975"/>
                </a:solidFill>
                <a:latin typeface="JetBrains Mono"/>
              </a:rPr>
              <a:t># активные подмешиваются в задание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62472" y="2011680"/>
            <a:ext cx="5577840" cy="274320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2240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В ЧАТЕ ПОРТАЛА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274320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0">
                <a:solidFill>
                  <a:srgbClr val="E6EDF3"/>
                </a:solidFill>
                <a:latin typeface="Geist"/>
              </a:rPr>
              <a:t>Галочка в меню скиллов у чата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0">
                <a:solidFill>
                  <a:srgbClr val="E6EDF3"/>
                </a:solidFill>
                <a:latin typeface="Geist"/>
              </a:rPr>
              <a:t>Видно, какие скиллы активны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0">
                <a:solidFill>
                  <a:srgbClr val="E6EDF3"/>
                </a:solidFill>
                <a:latin typeface="Geist"/>
              </a:rPr>
              <a:t>Работают для текущего треда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Скиллы под менеджера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С чего начать.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011680"/>
          <a:ext cx="11091671" cy="2651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7799831"/>
              </a:tblGrid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5B8CFF"/>
                          </a:solidFill>
                          <a:latin typeface="JetBrains Mono"/>
                        </a:rPr>
                        <a:t>Скилл</a:t>
                      </a:r>
                    </a:p>
                  </a:txBody>
                  <a:tcPr anchor="ctr" marT="38100" marB="38100" marL="101600" marR="101600">
                    <a:solidFill>
                      <a:srgbClr val="1A22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5B8CFF"/>
                          </a:solidFill>
                          <a:latin typeface="JetBrains Mono"/>
                        </a:rPr>
                        <a:t>Для чего</a:t>
                      </a:r>
                    </a:p>
                  </a:txBody>
                  <a:tcPr anchor="ctr" marT="38100" marB="38100" marL="101600" marR="101600">
                    <a:solidFill>
                      <a:srgbClr val="1A222E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email-draft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деловые письма по структуре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icp-interviewer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разобраться в клиенте/пользователе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devils-advocate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жёстко проверить идею на прочность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idea-scorer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оценить идею по рубрике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finance-report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собрать финансовую сводку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ДЗ: подключить скилл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11091672" cy="137160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5B8CFF"/>
                </a:solidFill>
                <a:latin typeface="Geist"/>
              </a:rPr>
              <a:t>Подключить подходящий скилл и применить к своей задаче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В 3 строках: что скилл добавил по сравнению с «просто спросить».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