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7. Несколько 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Большую задачу можно разбить на роли и раздать агентам — как поручения команде.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Делегирование: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«Подготовить обзор рынка» — тремя ролями.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0545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Ресёрчер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собирает
факты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4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37744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50545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Аналитик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85292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находит
закономерности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81635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37744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50545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Критик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85292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проверяет
выводы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Планировщик сам делит задачу и запускает исполнителей параллельно, потом сводит результат.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Когда дробить, когда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НЕСКОЛЬКО АГЕНТОВ — КОГДА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Задача большая и дробится на части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Нужны разные роли (сбор / анализ / критика)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Части можно делать параллельно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Важна перепроверка выводов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ОДИН АГЕНТ — КОГДА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Задача простая и короткая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явных отдельных ролей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«Покруче» — не причина усложнять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Дробление добавит лишней возни и стоимости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21945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/agents — запуск команды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105887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/agents по @data.csv собери обзор рынка: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ресёрч фактов, анализ закономерностей, критическая проверка,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и 3 рекомендации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/board        # посмотреть доску: кто что сделал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запустить агентов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B8CFF"/>
                </a:solidFill>
                <a:latin typeface="Geist"/>
              </a:rPr>
              <a:t>Разложить рабочую задачу на 2–3 роли и запустить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Вывод: что дала командная работа агентов против одного запроса.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