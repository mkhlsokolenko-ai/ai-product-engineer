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6. Проверка результата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Не верь на слово. ИИ уверенно выдумывает — это норма его работы, а не поломка.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Галлюцинации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FF4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4D4F"/>
                </a:solidFill>
                <a:latin typeface="Geist"/>
              </a:rPr>
              <a:t>Галлюцинация = уверенно выдуманный факт/цифра/ссылка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Модель заполняет пробел правдоподобным, а не честным «не знаю».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Факты и цифры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сверить с источником; попросить ссылку/цитату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Здравый смысл — </a:t>
            </a:r>
            <a:r>
              <a:rPr sz="1300" b="0">
                <a:solidFill>
                  <a:srgbClr val="8B98A5"/>
                </a:solidFill>
                <a:latin typeface="Geist"/>
              </a:rPr>
              <a:t>«это вообще правдоподобно?»</a:t>
            </a:r>
          </a:p>
          <a:p>
            <a:pPr>
              <a:spcAft>
                <a:spcPts val="11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Полнота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ответил ли на весь вопрос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Мини-оценка (eval на пальцах)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Сравнивайте варианты по критериям, а не «на глаз».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5272"/>
                <a:gridCol w="2743200"/>
                <a:gridCol w="274320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>Критерий (пример)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Ответ A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Ответ B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Есть конкретные цифры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нет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Есть ссылка/источник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Уложился в 5 пунктов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Второе мнение: попросите ДРУГОЙ ответ ИИ проверить первый — часто ловит ошибку.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проверка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11091672" cy="13716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Geist"/>
              </a:rPr>
              <a:t>Оценить 3 ответа ИИ по своим критериям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Таблица «критерий → да/нет»; найти хотя бы 1 галлюцинацию или натяжку.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