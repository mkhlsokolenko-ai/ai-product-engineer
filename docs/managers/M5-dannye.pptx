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88920"/>
            <a:ext cx="109728" cy="1554480"/>
          </a:xfrm>
          <a:prstGeom prst="round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JetBrains Mono"/>
              </a:rPr>
              <a:t>AI ДЛЯ МЕНЕДЖЕРОВ · ОБЗОРНЫЙ КУРС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6EDF3"/>
                </a:solidFill>
                <a:latin typeface="Geist"/>
              </a:rPr>
              <a:t>Модуль 5. Данные для 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43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8A5"/>
                </a:solidFill>
                <a:latin typeface="Geist"/>
              </a:rPr>
              <a:t>ИИ — не человек: он не догадывается. Что дали — с тем и работает.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12648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975"/>
                </a:solidFill>
                <a:latin typeface="JetBrains Mono"/>
              </a:rPr>
              <a:t>M5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Ключевая мысль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1091672" cy="14630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8CFF"/>
                </a:solidFill>
                <a:latin typeface="Geist"/>
              </a:rPr>
              <a:t>Кривой ввод → уверенный кривой ответ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Geist"/>
              </a:rPr>
              <a:t>ИИ не «понимает» и не додумывает по-человечески. Дайте ему нужное — явно.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8A5"/>
                </a:solidFill>
                <a:latin typeface="Geist"/>
              </a:rPr>
              <a:t>Поэтому: прикладывайте файлы и собирайте базу знаний, а не надейтесь, что ИИ «в курсе» ваших документов.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Файлы и RAG на пальцах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430018" cy="1234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4016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Ваши файлы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61488"/>
            <a:ext cx="215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PDF, таблицы,
заметки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8658" y="270205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5858" y="2286000"/>
            <a:ext cx="2430018" cy="1234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3018" y="2414016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База знаний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3018" y="2761488"/>
            <a:ext cx="215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загрузили
один раз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5876" y="270205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3076" y="2286000"/>
            <a:ext cx="2430018" cy="1234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414016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Вопрос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0236" y="2761488"/>
            <a:ext cx="215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спросили
своими словами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3094" y="270205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10294" y="2286000"/>
            <a:ext cx="2430018" cy="1234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7454" y="2414016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Ответ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7454" y="2761488"/>
            <a:ext cx="215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по вашим
документам + ссылка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0233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Это как дать помощнику вашу папку, а не заставлять помнить всё наизусть.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Что делает данные хорошими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5431536" cy="3566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16712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3FB950"/>
                </a:solidFill>
                <a:latin typeface="JetBrains Mono"/>
              </a:rPr>
              <a:t>✓ ХОРОШИЕ ДАННЫЕ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15768"/>
            <a:ext cx="492861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Понятно, откуда (источник)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Актуальные (не устарели)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Без каши: одна таблица — один смысл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Без лишнего — только по делу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1965960"/>
            <a:ext cx="5431536" cy="3566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216712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4D4F"/>
                </a:solidFill>
                <a:latin typeface="JetBrains Mono"/>
              </a:rPr>
              <a:t>✗ СЫРЬЁ, С КОТОРЫМ ИИ ОШИБЁТСЯ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2715768"/>
            <a:ext cx="492861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Скриншоты и PDF «как попало»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Смешаны периоды и форматы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Непонятно, откуда цифра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Всё вперемешку в одном файле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Как в чате / 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91672" cy="2194560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194560"/>
            <a:ext cx="1063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Приложить файл и спросить по нему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615184"/>
            <a:ext cx="10588752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975"/>
                </a:solidFill>
                <a:latin typeface="JetBrains Mono"/>
              </a:rPr>
              <a:t># в чате: перетащи файл в окно → он уйдёт в базу знаний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6EDF3"/>
                </a:solidFill>
                <a:latin typeface="JetBrains Mono"/>
              </a:rPr>
              <a:t>ape @C:\путь\отчет.pdf сделай саммари и 3 риска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6EDF3"/>
                </a:solidFill>
                <a:latin typeface="JetBrains Mono"/>
              </a:rPr>
              <a:t>ape rag index @папка\*        # собрать базу знаний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6EDF3"/>
                </a:solidFill>
                <a:latin typeface="JetBrains Mono"/>
              </a:rPr>
              <a:t>ape rag search "что по срокам проекта"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ДЗ: своя база знаний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11091672" cy="137160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8CFF"/>
                </a:solidFill>
                <a:latin typeface="Geist"/>
              </a:rPr>
              <a:t>Мини-база из 3–5 своих документов + 5 рабочих вопросов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Отметь 1 случай, где без документа ИИ ошибся бы.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