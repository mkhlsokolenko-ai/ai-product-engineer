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4 · БЛОК 2 · ПРОЕКТИРОВАНИЕ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Design-doc: MLSDD или 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Переводим идею в формальный документ. Выбор шаблона определяет архитектурное решение (workflow/agent). Intent —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w4l1 · 22.09.2026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унесёте с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Зачем design-doc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проектируем ДО кода — intent становится источником правды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MLSDD vs Agent Design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какой шаблон под какое решение (из недели 3)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Структуру обоих — </a:t>
            </a:r>
            <a:r>
              <a:rPr sz="1300" b="0">
                <a:solidFill>
                  <a:srgbClr val="8B98A5"/>
                </a:solidFill>
                <a:latin typeface="Geist"/>
              </a:rPr>
              <a:t>MLSDD (ML/workflow) и Agent Design (агент) — по разделам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Гибрид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как совместить, если проект и то, и другое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Проверка вживую — </a:t>
            </a:r>
            <a:r>
              <a:rPr sz="1300" b="0">
                <a:solidFill>
                  <a:srgbClr val="8B98A5"/>
                </a:solidFill>
                <a:latin typeface="Geist"/>
              </a:rPr>
              <a:t>защитить свой design-doc и выдержать неудобные вопросы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Главный сдвиг: intent as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По Трусову: не «код — правда», а намерение. Тезисы из Reliable 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нед.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Design-doc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намерение
явно (нед.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ADR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решения
(нед.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6106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9456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32257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67004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реализует
намерение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91672" cy="21031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ДОКУМЕНТ, А НЕ «СРАЗУ КОДИТЬ»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Мысль дешевле кода — </a:t>
            </a:r>
            <a:r>
              <a:rPr sz="1200" b="0">
                <a:solidFill>
                  <a:srgbClr val="8B98A5"/>
                </a:solidFill>
                <a:latin typeface="Geist"/>
              </a:rPr>
              <a:t>ошибку в проектировании ловим на странице, а не в проде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Общий язык — </a:t>
            </a:r>
            <a:r>
              <a:rPr sz="1200" b="0">
                <a:solidFill>
                  <a:srgbClr val="8B98A5"/>
                </a:solidFill>
                <a:latin typeface="Geist"/>
              </a:rPr>
              <a:t>команда/заказчик/эксперт понимают, что и зачем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Цифры до кода — </a:t>
            </a:r>
            <a:r>
              <a:rPr sz="1200" b="0">
                <a:solidFill>
                  <a:srgbClr val="8B98A5"/>
                </a:solidFill>
                <a:latin typeface="Geist"/>
              </a:rPr>
              <a:t>метрики, объёмы, бюджет — иначе «сделаем и посмотрим» = слив времени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Выбор шаблона = ваше решение недели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Архитектура (workflow/agent/hybrid) напрямую задаёт документ.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3291840"/>
                <a:gridCol w="395935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Решение (нед. 3)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Шаблон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8A5"/>
                          </a:solidFill>
                          <a:latin typeface="JetBrains Mono"/>
                        </a:rPr>
                        <a:t>Почему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workflow-first / классический ML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MLSDD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фиксированный пайплайн, метрики модели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agent-first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Agent Design Doc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поведение/инструменты/оркестрация, не только метрика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hybrid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MLSDD + раздел Agent Architecture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верхний уровень ML, агентная часть внутри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5"/>
                </a:solidFill>
                <a:latin typeface="Geist"/>
              </a:rPr>
              <a:t>Не «какой шаблон красивее», а какой соответствует принятой архитектуре. Ошиблись с архитектурой — сначала неделя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Две структуры — по разделам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MLSDD (RELIABLE 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852574" cy="914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Бизнес-цель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1214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8414" y="2148840"/>
            <a:ext cx="1852574" cy="914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5574" y="22768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Метрики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5574" y="262432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и огранич.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988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8188" y="2148840"/>
            <a:ext cx="1852574" cy="914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5348" y="22768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0763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7963" y="2148840"/>
            <a:ext cx="1852574" cy="914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5123" y="22768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5123" y="262432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прототип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0537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7737" y="2148840"/>
            <a:ext cx="1852574" cy="914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4897" y="22768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Масштаб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4897" y="2624328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пилот→прод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AGENT DESIGN (WELLTRAUM)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2430018" cy="10058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77055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24527"/>
            <a:ext cx="21556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что должен
и НЕ должен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8658" y="405079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5858" y="3749039"/>
            <a:ext cx="2430018" cy="10058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3018" y="3877055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3018" y="4224527"/>
            <a:ext cx="21556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tools/memory/
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5876" y="405079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3076" y="3749039"/>
            <a:ext cx="2430018" cy="10058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0236" y="3877055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0236" y="4224527"/>
            <a:ext cx="21556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 мерим
поведение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3094" y="405079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0294" y="3749039"/>
            <a:ext cx="2430018" cy="100584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7454" y="3877055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7454" y="4224527"/>
            <a:ext cx="21556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rollout/
rollback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MLSDD мерит МОДЕЛЬ (accuracy/latency); Agent Design мерит ПОВЕДЕНИЕ (справился ли, безопасно ли) — не только функции.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Хороший design-doc и плохой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ТАК НАДО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Каждое утверждение — с цифрой (объёмы, latency, бюджет)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Метрики проверяемы и привязаны к бизнес-цели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2–3 главных риска + план митигации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Границы: что система НЕ делает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ТАК НЕ НАДО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Плейсхолдеры и общие слова («сделаем хорошо»)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Маркетинговый язык вместо инженерного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данных/метрик — «посмотрим по ходу»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Скопирован шаблон не под свою архитектуру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это делать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Скиллы ведут по разделам и требуют конкретики. Профиль ask → DeepSeek.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mlsdd-writer (workflow/ML)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/skills → mlsdd-writer: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ask "веди меня по MLSDD Reliable ML.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Текущий раздел: &lt;бизнес-цель / метрики /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данные / MVP / масштабирование&gt;.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задавай 1-2 вопроса, потом черновик.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без маркетинга, цифры где можно"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идея: &lt;одна строка&gt;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agent-design-writer (агент)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/skills → agent-design-writer: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ask "спроектируй агента по welltraum.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Раздел: &lt;Requirements / Architecture /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Evaluation / Release&gt;.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Requirements: границы (что НЕ делать),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триггеры, формат вход/выход, цена ошибки"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/save cloud design/agent-design.md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Практика (90 мин): первая версия design-doc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828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КАЖДЫЙ — ПО СВОЕЙ ИДЕЕ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Выбери шаблон под своё решение недели 3 (MLSDD / Agent Design / hybrid)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Заполни минимум 4 раздела содержательно — с цифрами, не плейсхолдерами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Выпиши 2–3 главных риска и план митигации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11091672" cy="187451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★ Проверка вживую — одна идея на группу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Доброволец защищает свой design-doc 5 минут → группа и лектор бьют по слабым местам (spec-reviewer / devils-advocate): реалистичны ли метрики? есть ли данные? что если ошибётся? Правки заносим в документ на месте — так виден живой цикл «намерение → проверка → уточнение».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Критерии и ДЗ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КРИТЕРИИ (ОЦЕНИВАЕТСЯ)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Шаблон выбран под архитектуру недели 3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≥4 раздела заполнены содержательно (не плейсхолдеры)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Цифры везде, где возможно (данные/latency/бюджет)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2–3 риска + план митигации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ДЗ К НЕДЕЛЕ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Первая версия design-doc в /design/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Прогнать через spec-reviewer, закрыть 3 замечания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Отметить открытые вопросы для ADR (неделя 5)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Готовность защитить на КТ2 (неделя 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